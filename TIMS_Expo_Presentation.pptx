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3716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63636"/>
                </a:solidFill>
              </a:rPr>
              <a:t>TIMS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Tourism Information Management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An integrated platform for travel and destination management.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Scattered information about destinations and travel packages.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Inefficient tools for administrators to manage bookings and packages.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Poor user experience in discovering new travel opportunities.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55555"/>
                </a:solidFill>
              </a:rPr>
              <a:t>A comprehensive, full-stack web application designed to streamline the travel management process for both administrators and end-users.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Interactive Destinations: Explore curated travel spots.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Dynamic Packages: Browse and book customizable travel packages.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Admin Dashboard: Centralized control for managing content, users, and bookings.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555555"/>
                </a:solidFill>
              </a:rPr>
              <a:t>Seamless Experience: Responsive design and fast loading times.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Frontend: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React.js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Vite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0" y="18288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Backend: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Node.js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Express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Database: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SQL / ORM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(Migrations &amp; Seeding)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63636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We are ready to revolutionize travel management.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52CC"/>
                </a:solidFill>
              </a:rPr>
              <a:t>Any Questions?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2026-09-28T10:40:41Z</dcterms:created>
  <dcterms:modified xsi:type="dcterms:W3CDTF">2026-09-28T10:40:41Z</dcterms:modified>
</cp:coreProperties>
</file>
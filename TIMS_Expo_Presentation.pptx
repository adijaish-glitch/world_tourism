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1371600"/>
            <a:ext cx="6400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63636"/>
                </a:solidFill>
              </a:rPr>
              <a:t>TIMS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371600" y="2286000"/>
            <a:ext cx="6400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66666"/>
                </a:solidFill>
              </a:rPr>
              <a:t>Tourism Information Management System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An integrated platform for travel and destination management.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3636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7772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555555"/>
                </a:solidFill>
              </a:rPr>
              <a:t>Scattered information about destinations and travel packages.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555555"/>
                </a:solidFill>
              </a:rPr>
              <a:t>Inefficient tools for administrators to manage bookings and packages.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555555"/>
                </a:solidFill>
              </a:rPr>
              <a:t>Poor user experience in discovering new travel opportunities.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3636"/>
                </a:solidFill>
              </a:rPr>
              <a:t>Our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55555"/>
                </a:solidFill>
              </a:rPr>
              <a:t>A comprehensive, full-stack web application designed to streamline the travel management process for both administrators and end-users.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3636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7772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555555"/>
                </a:solidFill>
              </a:rPr>
              <a:t>Interactive Destinations: Explore curated travel spots.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555555"/>
                </a:solidFill>
              </a:rPr>
              <a:t>Dynamic Packages: Browse and book customizable travel packages.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555555"/>
                </a:solidFill>
              </a:rPr>
              <a:t>Admin Dashboard: Centralized control for managing content, users, and bookings.</a:t>
            </a:r>
            <a:endParaRPr lang="en-US" sz="2400" dirty="0"/>
          </a:p>
          <a:p>
            <a:pPr marL="342900" indent="-342900">
              <a:buSzPct val="100000"/>
              <a:buChar char="•"/>
            </a:pPr>
            <a:r>
              <a:rPr lang="en-US" sz="2400" dirty="0">
                <a:solidFill>
                  <a:srgbClr val="555555"/>
                </a:solidFill>
              </a:rPr>
              <a:t>Seamless Experience: Responsive design and fast loading times.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63636"/>
                </a:solidFill>
              </a:rPr>
              <a:t>Technology Stack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Frontend: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React.js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Vite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200400" y="1828800"/>
            <a:ext cx="228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Backend: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Node.js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Express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0" y="18288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Database: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SQL / ORM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(Migrations &amp; Seeding)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63636"/>
                </a:solidFill>
              </a:rPr>
              <a:t>Thank You!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66666"/>
                </a:solidFill>
              </a:rPr>
              <a:t>We are ready to revolutionize travel management.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52CC"/>
                </a:solidFill>
              </a:rPr>
              <a:t>Any Questions?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2026-10-16T09:57:49Z</dcterms:created>
  <dcterms:modified xsi:type="dcterms:W3CDTF">2026-10-16T09:57:49Z</dcterms:modified>
</cp:coreProperties>
</file>